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opening-slide copy. Original opening is retained separately. Display for exactly 4 seconds; narration and all subsequent film frames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800" b="1">
                <a:solidFill>
                  <a:srgbClr val="772583"/>
                </a:solidFill>
                <a:latin typeface="DejaVu Sans"/>
              </a:defRPr>
            </a:pPr>
            <a:r>
              <a:t>PL-MPC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71717"/>
                </a:solidFill>
                <a:latin typeface="DejaVu Sans"/>
              </a:defRPr>
            </a:pPr>
            <a:r>
              <a:t>Beyond Policy Alignment: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21991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71717"/>
                </a:solidFill>
                <a:latin typeface="DejaVu Sans"/>
              </a:defRPr>
            </a:pPr>
            <a:r>
              <a:t>Closing the Planning–Learning Loop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60904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71717"/>
                </a:solidFill>
                <a:latin typeface="DejaVu Sans"/>
              </a:defRPr>
            </a:pPr>
            <a:r>
              <a:t>Robot Control with Learned World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900" b="0">
                <a:solidFill>
                  <a:srgbClr val="171717"/>
                </a:solidFill>
                <a:latin typeface="DejaVu Sans"/>
              </a:defRPr>
            </a:pPr>
            <a:r>
              <a:t>Kowndinya Boyalakuntla    Yuhan Liu    Abdeslam Boularias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36592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50" b="0">
                <a:solidFill>
                  <a:srgbClr val="536570"/>
                </a:solidFill>
                <a:latin typeface="DejaVu Sans"/>
              </a:defRPr>
            </a:pPr>
            <a:r>
              <a:t>Rutgers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6159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100" b="1">
                <a:solidFill>
                  <a:srgbClr val="772583"/>
                </a:solidFill>
                <a:latin typeface="DejaVu Sans"/>
              </a:defRPr>
            </a:pPr>
            <a:r>
              <a:t>https://pl-mpc-humanoid.github.io/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PL-MPC public opening slide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